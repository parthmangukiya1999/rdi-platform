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7A8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6583680" cy="54864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D7A8A"/>
                </a:solidFill>
              </a:rPr>
              <a:t>RESEARCH, DEVELOPMENT &amp; INNOVATION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RDI Platform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8CCE8"/>
                </a:solidFill>
              </a:rPr>
              <a:t>A Full-Stack Web Application for Academic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8CCE8"/>
                </a:solidFill>
              </a:rPr>
              <a:t>Project Collaboration &amp; Evaluation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109728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474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CC8"/>
                </a:solidFill>
              </a:rPr>
              <a:t>Presented by: Parth  |  Technology: Full-Stack Web Application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 rot="16200000">
            <a:off x="7955280" y="1097280"/>
            <a:ext cx="731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7A8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RDI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D7A8A"/>
                </a:solidFill>
              </a:rPr>
              <a:t>01  |  PLATFORM OVERVIEW &amp; GOALS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of the Website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868680"/>
          </a:xfrm>
          <a:prstGeom prst="rect">
            <a:avLst/>
          </a:prstGeom>
          <a:solidFill>
            <a:srgbClr val="E6F4F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86868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93B"/>
                </a:solidFill>
              </a:rPr>
              <a:t>The RDI Platform bridges the gap between academic learning and professional practice by enabling students to collaborate on real-world projects under structured mentorship and multi-stakeholder evaluation.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64008" cy="256032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8A"/>
                </a:solidFill>
              </a:rPr>
              <a:t>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B"/>
                </a:solidFill>
              </a:rPr>
              <a:t>Project 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06324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Students create, manage, and showcase real-world projects with defined scope, skills, and timelines.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21031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103120"/>
            <a:ext cx="64008" cy="256032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40156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8A"/>
                </a:solidFill>
              </a:rPr>
              <a:t>◉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01568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B"/>
                </a:solidFill>
              </a:rPr>
              <a:t>Team Collaboration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01568" y="306324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Peer-to-peer application and acceptance workflows enable dynamic, interest-driven team formation.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1031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103120"/>
            <a:ext cx="64008" cy="256032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20" name="Text 18"/>
          <p:cNvSpPr/>
          <p:nvPr/>
        </p:nvSpPr>
        <p:spPr>
          <a:xfrm>
            <a:off x="623620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8A"/>
                </a:solidFill>
              </a:rPr>
              <a:t>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36208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B"/>
                </a:solidFill>
              </a:rPr>
              <a:t>Multi-Role Evaluation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6208" y="306324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Structured assessment by mentors, domain experts, and companies generates credible, objective scoring.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8A"/>
                </a:solidFill>
              </a:rPr>
              <a:t>→  Connecting Education with Practical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D7A8A"/>
                </a:solidFill>
              </a:rPr>
              <a:t>02  |  SYSTEM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475488" cy="475488"/>
          </a:xfrm>
          <a:prstGeom prst="oval">
            <a:avLst/>
          </a:prstGeom>
          <a:solidFill>
            <a:srgbClr val="1A2C5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B"/>
                </a:solidFill>
              </a:rPr>
              <a:t>Project Creation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7556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Student defines project title, required skills, duration and objectives.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1819656"/>
            <a:ext cx="64008" cy="9144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1" name="Shape 9"/>
          <p:cNvSpPr/>
          <p:nvPr/>
        </p:nvSpPr>
        <p:spPr>
          <a:xfrm>
            <a:off x="3172968" y="109728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261872"/>
            <a:ext cx="475488" cy="475488"/>
          </a:xfrm>
          <a:prstGeom prst="oval">
            <a:avLst/>
          </a:prstGeom>
          <a:solidFill>
            <a:srgbClr val="1A2C5B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58768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B"/>
                </a:solidFill>
              </a:rPr>
              <a:t>Application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556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Peer students browse open projects and submit interest applications.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16168" y="1819656"/>
            <a:ext cx="64008" cy="9144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7" name="Shape 15"/>
          <p:cNvSpPr/>
          <p:nvPr/>
        </p:nvSpPr>
        <p:spPr>
          <a:xfrm>
            <a:off x="6025896" y="109728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261872"/>
            <a:ext cx="475488" cy="475488"/>
          </a:xfrm>
          <a:prstGeom prst="oval">
            <a:avLst/>
          </a:prstGeom>
          <a:solidFill>
            <a:srgbClr val="1A2C5B"/>
          </a:solidFill>
          <a:ln/>
        </p:spPr>
      </p:sp>
      <p:sp>
        <p:nvSpPr>
          <p:cNvPr id="19" name="Text 17"/>
          <p:cNvSpPr/>
          <p:nvPr/>
        </p:nvSpPr>
        <p:spPr>
          <a:xfrm>
            <a:off x="6163056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11696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B"/>
                </a:solidFill>
              </a:rPr>
              <a:t>Team Formation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0488" y="17556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Project owner reviews applicants and accepts or rejects candidates.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88036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44952"/>
            <a:ext cx="475488" cy="475488"/>
          </a:xfrm>
          <a:prstGeom prst="oval">
            <a:avLst/>
          </a:prstGeom>
          <a:solidFill>
            <a:srgbClr val="1A2C5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B"/>
                </a:solidFill>
              </a:rPr>
              <a:t>Collaborative Work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" y="35387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Formed team collaborates within the platform on the project tasks.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63240" y="3602736"/>
            <a:ext cx="64008" cy="9144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28" name="Shape 26"/>
          <p:cNvSpPr/>
          <p:nvPr/>
        </p:nvSpPr>
        <p:spPr>
          <a:xfrm>
            <a:off x="3172968" y="288036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10128" y="3044952"/>
            <a:ext cx="475488" cy="475488"/>
          </a:xfrm>
          <a:prstGeom prst="oval">
            <a:avLst/>
          </a:prstGeom>
          <a:solidFill>
            <a:srgbClr val="1A2C5B"/>
          </a:solidFill>
          <a:ln/>
        </p:spPr>
      </p:sp>
      <p:sp>
        <p:nvSpPr>
          <p:cNvPr id="30" name="Text 28"/>
          <p:cNvSpPr/>
          <p:nvPr/>
        </p:nvSpPr>
        <p:spPr>
          <a:xfrm>
            <a:off x="3310128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58768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B"/>
                </a:solidFill>
              </a:rPr>
              <a:t>Completion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35387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Project owner marks the project complete once deliverables are met.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16168" y="3602736"/>
            <a:ext cx="64008" cy="9144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4" name="Shape 32"/>
          <p:cNvSpPr/>
          <p:nvPr/>
        </p:nvSpPr>
        <p:spPr>
          <a:xfrm>
            <a:off x="6025896" y="288036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3044952"/>
            <a:ext cx="475488" cy="475488"/>
          </a:xfrm>
          <a:prstGeom prst="oval">
            <a:avLst/>
          </a:prstGeom>
          <a:solidFill>
            <a:srgbClr val="1A2C5B"/>
          </a:solidFill>
          <a:ln/>
        </p:spPr>
      </p:sp>
      <p:sp>
        <p:nvSpPr>
          <p:cNvPr id="36" name="Text 34"/>
          <p:cNvSpPr/>
          <p:nvPr/>
        </p:nvSpPr>
        <p:spPr>
          <a:xfrm>
            <a:off x="6163056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11696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B"/>
                </a:solidFill>
              </a:rPr>
              <a:t>Review &amp; Score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90488" y="35387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Reviewers submit ratings and feedback; system computes final score.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System Outcome:  Final Project Score computed from multi-role evaluations — Mentors, Experts &amp;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D7A8A"/>
                </a:solidFill>
              </a:rPr>
              <a:t>03  |  FEATURES &amp; INFORMATION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Features &amp; Data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384048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7A8A"/>
                </a:solidFill>
              </a:rPr>
              <a:t>CORE FEATURES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41605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813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</a:rPr>
              <a:t>◈ Project Creation &amp; 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Define scope, skills, and manage lifecycle end-to-end.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4160520" cy="59436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</a:rPr>
              <a:t>◉ Application System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Structured student-to-project application and response flow.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816352"/>
            <a:ext cx="41605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163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</a:rPr>
              <a:t>◆ Team Formation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906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Dynamic team assembly based on owner approvals.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483864"/>
            <a:ext cx="4160520" cy="59436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838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</a:rPr>
              <a:t>▣ Project Tracking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581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Real-time status tracking from active to completed.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151376"/>
            <a:ext cx="41605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513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</a:rPr>
              <a:t>★ Rating System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2569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Multi-stakeholder scoring aggregated into a final grade.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160520" cy="384048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STORED INFORMATION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481328"/>
            <a:ext cx="41605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481328"/>
            <a:ext cx="64008" cy="59436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</a:rPr>
              <a:t>User Profiles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032" y="1755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Name, role (student / mentor / expert / company), authentication credentials.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148840"/>
            <a:ext cx="4160520" cy="594360"/>
          </a:xfrm>
          <a:prstGeom prst="rect">
            <a:avLst/>
          </a:prstGeom>
          <a:solidFill>
            <a:srgbClr val="E6F4F6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2148840"/>
            <a:ext cx="64008" cy="59436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</a:rPr>
              <a:t>Project Records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28032" y="2423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Title, description, required skills, expected duration, status.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816352"/>
            <a:ext cx="41605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663440" y="2816352"/>
            <a:ext cx="64008" cy="59436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</a:rPr>
              <a:t>Application Logs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28032" y="3090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Applicant, target project, status (pending / accepted / rejected).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483864"/>
            <a:ext cx="4160520" cy="594360"/>
          </a:xfrm>
          <a:prstGeom prst="rect">
            <a:avLst/>
          </a:prstGeom>
          <a:solidFill>
            <a:srgbClr val="E6F4F6"/>
          </a:solidFill>
          <a:ln/>
        </p:spPr>
      </p:sp>
      <p:sp>
        <p:nvSpPr>
          <p:cNvPr id="37" name="Shape 35"/>
          <p:cNvSpPr/>
          <p:nvPr/>
        </p:nvSpPr>
        <p:spPr>
          <a:xfrm>
            <a:off x="4663440" y="3483864"/>
            <a:ext cx="64008" cy="59436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8" name="Text 36"/>
          <p:cNvSpPr/>
          <p:nvPr/>
        </p:nvSpPr>
        <p:spPr>
          <a:xfrm>
            <a:off x="4828032" y="3483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</a:rPr>
              <a:t>Team Assignments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28032" y="3758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Members mapped to accepted projects with role designations.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4151376"/>
            <a:ext cx="41605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0" y="4151376"/>
            <a:ext cx="64008" cy="59436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4151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B"/>
                </a:solidFill>
              </a:rPr>
              <a:t>Evaluations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28032" y="44256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Reviewer role, ratings per criterion, qualitative feedback, timestamps.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D7A8A"/>
                </a:solidFill>
              </a:rPr>
              <a:t>04  |  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51760" cy="384048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24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FRONTEND LAYER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26517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81328"/>
            <a:ext cx="54864" cy="749808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554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5B"/>
                </a:solidFill>
              </a:rPr>
              <a:t>React.js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2" y="18653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Component-based UI framework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2651760" cy="74980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04288"/>
            <a:ext cx="54864" cy="749808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23774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5B"/>
                </a:solidFill>
              </a:rPr>
              <a:t>JavaScript (ES6+)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" y="26883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Core scripting language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127248"/>
            <a:ext cx="26517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27248"/>
            <a:ext cx="54864" cy="749808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" y="3200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5B"/>
                </a:solidFill>
              </a:rPr>
              <a:t>HTML5 &amp; CSS3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" y="35112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Markup and styling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024128"/>
            <a:ext cx="2651760" cy="384048"/>
          </a:xfrm>
          <a:prstGeom prst="rect">
            <a:avLst/>
          </a:prstGeom>
          <a:solidFill>
            <a:srgbClr val="1A6B47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1024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BACKEND LAYER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1481328"/>
            <a:ext cx="26517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481328"/>
            <a:ext cx="54864" cy="749808"/>
          </a:xfrm>
          <a:prstGeom prst="rect">
            <a:avLst/>
          </a:prstGeom>
          <a:solidFill>
            <a:srgbClr val="1A6B47"/>
          </a:solidFill>
          <a:ln/>
        </p:spPr>
      </p:sp>
      <p:sp>
        <p:nvSpPr>
          <p:cNvPr id="23" name="Text 21"/>
          <p:cNvSpPr/>
          <p:nvPr/>
        </p:nvSpPr>
        <p:spPr>
          <a:xfrm>
            <a:off x="3410712" y="1554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5B"/>
                </a:solidFill>
              </a:rPr>
              <a:t>Node.js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10712" y="18653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Server-side JS runtime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304288"/>
            <a:ext cx="2651760" cy="74980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304288"/>
            <a:ext cx="54864" cy="749808"/>
          </a:xfrm>
          <a:prstGeom prst="rect">
            <a:avLst/>
          </a:prstGeom>
          <a:solidFill>
            <a:srgbClr val="1A6B47"/>
          </a:solidFill>
          <a:ln/>
        </p:spPr>
      </p:sp>
      <p:sp>
        <p:nvSpPr>
          <p:cNvPr id="27" name="Text 25"/>
          <p:cNvSpPr/>
          <p:nvPr/>
        </p:nvSpPr>
        <p:spPr>
          <a:xfrm>
            <a:off x="3410712" y="23774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5B"/>
                </a:solidFill>
              </a:rPr>
              <a:t>Express.js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10712" y="26883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RESTful API framework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3127248"/>
            <a:ext cx="26517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3127248"/>
            <a:ext cx="54864" cy="749808"/>
          </a:xfrm>
          <a:prstGeom prst="rect">
            <a:avLst/>
          </a:prstGeom>
          <a:solidFill>
            <a:srgbClr val="1A6B47"/>
          </a:solidFill>
          <a:ln/>
        </p:spPr>
      </p:sp>
      <p:sp>
        <p:nvSpPr>
          <p:cNvPr id="31" name="Text 29"/>
          <p:cNvSpPr/>
          <p:nvPr/>
        </p:nvSpPr>
        <p:spPr>
          <a:xfrm>
            <a:off x="3410712" y="3200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5B"/>
                </a:solidFill>
              </a:rPr>
              <a:t>REST API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10712" y="35112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Stateless communication protocol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1024128"/>
            <a:ext cx="2651760" cy="38404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1024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&amp; AUTH LAYER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72200" y="1481328"/>
            <a:ext cx="26517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1481328"/>
            <a:ext cx="54864" cy="74980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7" name="Text 35"/>
          <p:cNvSpPr/>
          <p:nvPr/>
        </p:nvSpPr>
        <p:spPr>
          <a:xfrm>
            <a:off x="6336792" y="1554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5B"/>
                </a:solidFill>
              </a:rPr>
              <a:t>MongoDB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36792" y="18653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NoSQL document database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2304288"/>
            <a:ext cx="2651760" cy="74980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2304288"/>
            <a:ext cx="54864" cy="74980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1" name="Text 39"/>
          <p:cNvSpPr/>
          <p:nvPr/>
        </p:nvSpPr>
        <p:spPr>
          <a:xfrm>
            <a:off x="6336792" y="23774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5B"/>
                </a:solidFill>
              </a:rPr>
              <a:t>Mongoose ODM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336792" y="26883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Schema &amp; data validation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2200" y="3127248"/>
            <a:ext cx="26517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72200" y="3127248"/>
            <a:ext cx="54864" cy="74980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5" name="Text 43"/>
          <p:cNvSpPr/>
          <p:nvPr/>
        </p:nvSpPr>
        <p:spPr>
          <a:xfrm>
            <a:off x="6336792" y="3200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5B"/>
                </a:solidFill>
              </a:rPr>
              <a:t>JWT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336792" y="35112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Stateless authentication tokens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solidFill>
            <a:srgbClr val="E8A020">
              <a:alpha val="8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D3D"/>
                </a:solidFill>
              </a:rPr>
              <a:t>Primary Programming Language:  JavaScript  —  Unified across all layers (Frontend + Backend)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D7A8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6217920" cy="54864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D7A8A"/>
                </a:solidFill>
              </a:rPr>
              <a:t>05  |  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56032" cy="256032"/>
          </a:xfrm>
          <a:prstGeom prst="oval">
            <a:avLst/>
          </a:prstGeom>
          <a:solidFill>
            <a:srgbClr val="0D7A8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14173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Full-Stack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7099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D4"/>
                </a:solidFill>
              </a:rPr>
              <a:t>End-to-end implementation using React, Node.js, Express, and MongoDB.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256032" cy="256032"/>
          </a:xfrm>
          <a:prstGeom prst="oval">
            <a:avLst/>
          </a:prstGeom>
          <a:solidFill>
            <a:srgbClr val="0D7A8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" y="21031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Collaborative Learning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23957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D4"/>
                </a:solidFill>
              </a:rPr>
              <a:t>Facilitates peer-driven teamwork on real-world, outcome-based projects.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256032" cy="256032"/>
          </a:xfrm>
          <a:prstGeom prst="oval">
            <a:avLst/>
          </a:prstGeom>
          <a:solidFill>
            <a:srgbClr val="0D7A8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6112" y="27889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Multi-Role Evaluation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30815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D4"/>
                </a:solidFill>
              </a:rPr>
              <a:t>Credible scoring through mentors, domain experts, and industry partners.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566160"/>
            <a:ext cx="256032" cy="256032"/>
          </a:xfrm>
          <a:prstGeom prst="oval">
            <a:avLst/>
          </a:prstGeom>
          <a:solidFill>
            <a:srgbClr val="0D7A8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6112" y="3474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Practical Skill Development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37673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D4"/>
                </a:solidFill>
              </a:rPr>
              <a:t>Students gain tangible experience, enhancing academic and career readiness.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251960"/>
            <a:ext cx="256032" cy="256032"/>
          </a:xfrm>
          <a:prstGeom prst="oval">
            <a:avLst/>
          </a:prstGeom>
          <a:solidFill>
            <a:srgbClr val="0D7A8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41605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Scalable Platform Design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6112" y="44531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D4"/>
                </a:solidFill>
              </a:rPr>
              <a:t>JWT-secured, API-driven architecture supports growth and future extensibility.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709160"/>
            <a:ext cx="5486400" cy="54864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AFD4"/>
                </a:solidFill>
              </a:rPr>
              <a:t>Improving Learning · Teamwork · Innovation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1828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D7A8A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6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RDI Platform - Research, Development &amp; Innovation</dc:title>
  <dc:subject>PptxGenJS Presentation</dc:subject>
  <dc:creator>PptxGenJS</dc:creator>
  <cp:lastModifiedBy>PptxGenJS</cp:lastModifiedBy>
  <cp:revision>1</cp:revision>
  <dcterms:created xsi:type="dcterms:W3CDTF">2026-04-20T08:57:37Z</dcterms:created>
  <dcterms:modified xsi:type="dcterms:W3CDTF">2026-04-20T08:57:37Z</dcterms:modified>
</cp:coreProperties>
</file>